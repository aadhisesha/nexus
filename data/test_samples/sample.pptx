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remember to mention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Nexus Parser 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Subtitle: automated test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one: parsers work correctly.</a:t>
            </a:r>
          </a:p>
          <a:p>
            <a:r>
              <a:t>Finding two: extraction is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